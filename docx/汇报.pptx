
<file path=[Content_Types].xml><?xml version="1.0" encoding="utf-8"?>
<Types xmlns="http://schemas.openxmlformats.org/package/2006/content-types">
  <Default Extension="jpeg" ContentType="image/jpeg"/>
  <Default Extension="m4a" ContentType="audio/mp4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FE8A6-FD0C-F2A0-5FB7-90681793E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EF8A09-8E37-2867-3EC8-587E92609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000933-4B37-F9A5-0E30-4B4801EAE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86F8-DC55-4087-88B6-20F7CF6A9864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9E238B-1F09-0099-BF17-1884631C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4F5A71-5B1E-757D-5B55-3DA8E4F7B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33CF-C3CC-43FB-A2D0-419FDB5A34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79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61579C-B833-7154-EC27-D13B86E99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96522A-D638-D1C9-EDE6-A3BD430FF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CF72E6-B6DF-237E-A62B-15FE36E4C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86F8-DC55-4087-88B6-20F7CF6A9864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5436AB-0C22-CE45-9453-27DAE71DA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4DC370-20CC-54EE-E4B6-3462BF72A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33CF-C3CC-43FB-A2D0-419FDB5A34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489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FE166-15A5-2BFC-85FB-CA8284CC9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C9E237-9D15-B6BD-D79C-F9DEA4CDC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7EE4CE-01FD-8CFC-8E48-0A2B8BDDC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86F8-DC55-4087-88B6-20F7CF6A9864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1E0A55-9E8D-9541-A74C-25ABD1954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BA2BB4-F64F-B73C-D26A-8588C079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33CF-C3CC-43FB-A2D0-419FDB5A34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57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CC8CD-19C2-24CB-9CC3-C2311CBF2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ABCFD3-676A-B923-C575-6E7617028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A8579A-AC8E-F5E4-C23E-701D50C93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89F5C4-0A1A-5A0A-A899-7688A8B37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86F8-DC55-4087-88B6-20F7CF6A9864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80CC58-859A-D7AF-DFD1-0041AC9FA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0206F0-3ADE-EED3-2CCB-82846E6B3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33CF-C3CC-43FB-A2D0-419FDB5A34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146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C519B4-EB27-C6C0-4D60-B7D3B3ABE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EEDB5E-133D-5D94-7E5B-ADFB400F9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E85733-39F9-3B73-E716-4E66E840A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0EE6A5-7B38-BA91-3593-ED66D7DCE4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28BE10-52C3-DFA3-D413-20838CC0F5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940EDE4-2EC9-B9EF-E280-9F692A7EE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86F8-DC55-4087-88B6-20F7CF6A9864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5C5BD64-70CC-4003-1E4D-460FAF5D7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17AE922-1F53-1C23-DF1C-E3768681C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33CF-C3CC-43FB-A2D0-419FDB5A34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174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720F28-CD26-841D-7A5E-259C6060E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ED428B4-1F23-1095-A203-4524579BB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86F8-DC55-4087-88B6-20F7CF6A9864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4D84F62-5C2E-6E9D-8B13-34EAAB707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53E578-4E29-B58B-A5DB-4381ADA56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33CF-C3CC-43FB-A2D0-419FDB5A34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889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DCE2CE-E194-DD74-66B3-C13AB83AB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86F8-DC55-4087-88B6-20F7CF6A9864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3FA27F2-4465-5D5C-38F3-F6C5E9FB2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9330CE-D39E-2E01-6689-D2CDFC296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33CF-C3CC-43FB-A2D0-419FDB5A34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025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28337D-F1DC-D025-CEFC-F2A332432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45B62F-41AA-1AF5-6841-865827F76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5CBA117-089E-3F0F-89E3-76E47BE47A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EECACAD-4BB7-0614-71F5-B634999D4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86F8-DC55-4087-88B6-20F7CF6A9864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9946A8-B712-B6D4-0729-444A39DB5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395A7A-6918-3512-136D-14561890F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33CF-C3CC-43FB-A2D0-419FDB5A34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633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A00C09-E9FC-70EE-37B6-144119272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65F07B-7890-4564-9821-D47B6BBE6B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BFA96C-69D8-4AE8-65C7-49EA40031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581D24-71AD-8F32-2A85-8D2BD41ED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86F8-DC55-4087-88B6-20F7CF6A9864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111AFE-D00E-258B-6712-2B9570612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0835F2-AB40-799C-007C-E848B7563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33CF-C3CC-43FB-A2D0-419FDB5A34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939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136A67-CA0D-7B65-DA9D-8749C36F4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5AE5A5-79FD-F1A3-DE97-1597CC514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68E9C1-6AF1-9B18-28C9-173B20C0F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86F8-DC55-4087-88B6-20F7CF6A9864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7F10A-1573-EA13-44EA-343616DD4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30F99C-E66F-F2B5-8DEE-5823E843A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33CF-C3CC-43FB-A2D0-419FDB5A34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696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0EC764A-DBAB-126D-411D-F1D7CEF9A4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5A40C5-D4B0-2D68-C4E9-AE21FACA8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DD1187-CA02-3C14-2008-8138AF2CD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F86F8-DC55-4087-88B6-20F7CF6A9864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8CF440-2F53-8CFE-EBDB-66120F940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AE09CA-1F45-E195-731B-DB5436614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933CF-C3CC-43FB-A2D0-419FDB5A34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384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1AB388-19C8-D7E9-E277-CEDC41822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85246D-A105-593E-9EC6-36ECC28BF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67979D-4CFA-D894-77CC-D7235AB1E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7F86F8-DC55-4087-88B6-20F7CF6A9864}" type="datetimeFigureOut">
              <a:rPr lang="zh-CN" altLang="en-US" smtClean="0"/>
              <a:t>2026/9/6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CF5504-23BA-B58E-1FE0-57F93B348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E45400-4CC2-1230-190B-5F9C185BD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933CF-C3CC-43FB-A2D0-419FDB5A34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901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2521B-E2B9-2249-E22F-06AC8E503F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F5A19B9-B9B2-6AE8-F57E-8E53AE34DA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音频 3">
            <a:hlinkClick r:id="" action="ppaction://media"/>
            <a:extLst>
              <a:ext uri="{FF2B5EF4-FFF2-40B4-BE49-F238E27FC236}">
                <a16:creationId xmlns:a16="http://schemas.microsoft.com/office/drawing/2014/main" id="{F8ADD565-9FA6-79C4-F166-DEF6C8A945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325000" t="-160938" r="-325000" b="-160938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  <p:pic>
        <p:nvPicPr>
          <p:cNvPr id="6" name="屏幕录制 5">
            <a:hlinkClick r:id="" action="ppaction://media"/>
            <a:extLst>
              <a:ext uri="{FF2B5EF4-FFF2-40B4-BE49-F238E27FC236}">
                <a16:creationId xmlns:a16="http://schemas.microsoft.com/office/drawing/2014/main" id="{12A4F9DB-1174-151B-FCF4-583B477E5F8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87350" y="603250"/>
            <a:ext cx="11417300" cy="565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847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06"/>
    </mc:Choice>
    <mc:Fallback>
      <p:transition spd="slow" advTm="29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06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0</Words>
  <Application>Microsoft Office PowerPoint</Application>
  <PresentationFormat>宽屏</PresentationFormat>
  <Paragraphs>0</Paragraphs>
  <Slides>1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信沅 陈</dc:creator>
  <cp:lastModifiedBy>信沅 陈</cp:lastModifiedBy>
  <cp:revision>1</cp:revision>
  <dcterms:created xsi:type="dcterms:W3CDTF">2026-09-06T04:15:53Z</dcterms:created>
  <dcterms:modified xsi:type="dcterms:W3CDTF">2026-09-06T05:16:19Z</dcterms:modified>
</cp:coreProperties>
</file>